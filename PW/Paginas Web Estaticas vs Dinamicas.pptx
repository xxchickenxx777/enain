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Lato" panose="020F0502020204030204" pitchFamily="34" charset="0"/>
      <p:regular r:id="rId14"/>
      <p:bold r:id="rId15"/>
      <p:italic r:id="rId16"/>
      <p:boldItalic r:id="rId17"/>
    </p:embeddedFont>
    <p:embeddedFont>
      <p:font typeface="Poppins" panose="020B0502040204020203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B793FF-6E67-4A8D-873A-F9347ED06FE1}">
  <a:tblStyle styleId="{01B793FF-6E67-4A8D-873A-F9347ED06FE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76450"/>
            <a:ext cx="116016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Páginas Web Estáticas </a:t>
            </a:r>
            <a:r>
              <a:rPr lang="en-US" sz="525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52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Dinámicas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286250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MALDONADO AVELLANEDA CARLOS LAIN</a:t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5IV7</a:t>
            </a:r>
            <a:endParaRPr sz="15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409825"/>
            <a:ext cx="95250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185511" y="2743200"/>
            <a:ext cx="782097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 Fundamento de la Web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790950"/>
            <a:ext cx="7620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 página web es un documento digital en Internet. Puede contener texto, imágenes y más. La diferencia clave entre "estática" y "dinámica" radica en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genera y se muestra ese contenido al usuario.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71500" y="189071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¿Qué son?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" y="2519362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Son páginas con contenido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fijo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El servidor envía el archivo (HTML, CSS, JS) directamente al navegador tal y como está almacenado. Cada visitante ve exactamente lo mismo.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34623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14375" y="40624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09625" y="4062412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Contenido Fijo: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No cambia a menos que un desarrollador edite el código.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14375" y="47196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09625" y="4719637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Velocidad: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Carga muy rápida, ya que son archivos simples.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14375" y="51196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09625" y="5119687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Seguridad: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Menos vulnerables a ataques al no tener base de datos.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14375" y="55197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09625" y="5519737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Simplicidad: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Menor coste y complejidad técnica.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90712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Páginas Web Estáticas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8862"/>
            <a:ext cx="342900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328862"/>
            <a:ext cx="342900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328862"/>
            <a:ext cx="34290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80836" y="3338512"/>
            <a:ext cx="26103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Portafolios Personales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66775" y="39862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Para mostrar trabajos, proyectos y habilidades donde el contenido no cambia frecuentemente.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115877" y="3338512"/>
            <a:ext cx="196024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Documentación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76775" y="39862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Manuales de software, guías de usuario y archivos de ayuda que necesitan ser rápidos y accesibles.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960881" y="3338512"/>
            <a:ext cx="189023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"Landing Pages"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86775" y="3986212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Páginas de marketing para un producto o evento específico, optimizadas para velocidad y conversión.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28825" y="26431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24550" y="264318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7400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¿Cuándo usar Páginas Estáticas?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6334125" y="16335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¿Qué son?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334125" y="2262187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contenido se genera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"al vuelo" (en tiempo real)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 el servidor. Utiliza lenguajes (como PHP, Python) y una base de datos para construir la página cada vez que un usuario la visita.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334125" y="32051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Características</a:t>
            </a:r>
            <a:endParaRPr/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33537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6477000" y="38052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572250" y="3805237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Contenido Personalizado: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adapta al usuario (ej. "Bienvenido, Juan").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477000" y="44624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572250" y="4462462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Interactividad: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Permiten a los usuarios publicar, comentar, comprar, etc.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477000" y="51196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572250" y="5119687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Gestión de Contenido: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actualiza fácil (vía un panel o CMS), sin editar código.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477000" y="577691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572250" y="5776912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Complejidad: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Mayor coste y requiere tecnología de backend.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Páginas Web Dinámicas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7450"/>
            <a:ext cx="34290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457450"/>
            <a:ext cx="34290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457450"/>
            <a:ext cx="3429000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1480899" y="3467100"/>
            <a:ext cx="161020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E-commerce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66775" y="411480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Tiendas en línea con catálogos de productos, carritos de compra y procesamiento de pagos (Ej. Amazon).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210889" y="3467100"/>
            <a:ext cx="177022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Redes Sociales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676775" y="411480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"Feeds" de contenido personalizado, perfiles de usuario e interacción en tiempo real (Ej. Facebook, X).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740854" y="3467100"/>
            <a:ext cx="23302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Portales de Noticias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486775" y="4114800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Muestran las últimas noticias y artículos cargados desde una base de datos (Ej. BBC, CNN).</a:t>
            </a:r>
            <a:endParaRPr/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8825" y="27717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7717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27717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¿Cuándo usar Páginas Dinámicas?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" name="Google Shape;172;p19"/>
          <p:cNvGraphicFramePr/>
          <p:nvPr/>
        </p:nvGraphicFramePr>
        <p:xfrm>
          <a:off x="571500" y="20669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{01B793FF-6E67-4A8D-873A-F9347ED06FE1}</a:tableStyleId>
              </a:tblPr>
              <a:tblGrid>
                <a:gridCol w="353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Característica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Página Estática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Página Dinámica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Generación de Contenido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Pre-construido (fijo)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 tiempo real (al vuelo)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Base de Datos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requiere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Usualmente requiere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Personalización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Ninguna (misma para todos)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Alta (basada en el usuario)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Tecnología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HTML, CSS, JS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Backend (PHP, Python) + DB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Actualización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Manual (editar código)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Fácil (vía un panel o CMS)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3" name="Google Shape;173;p19"/>
          <p:cNvSpPr/>
          <p:nvPr/>
        </p:nvSpPr>
        <p:spPr>
          <a:xfrm>
            <a:off x="571500" y="2690812"/>
            <a:ext cx="35373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108846" y="2690812"/>
            <a:ext cx="3748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7857529" y="2690812"/>
            <a:ext cx="37629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1500" y="3300412"/>
            <a:ext cx="35373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108846" y="3300412"/>
            <a:ext cx="3748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7857529" y="3300412"/>
            <a:ext cx="37629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71500" y="3910012"/>
            <a:ext cx="35373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108846" y="3910012"/>
            <a:ext cx="3748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7857529" y="3910012"/>
            <a:ext cx="37629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71500" y="4519612"/>
            <a:ext cx="35373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4108846" y="4519612"/>
            <a:ext cx="3748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7857529" y="4519612"/>
            <a:ext cx="37629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71500" y="5129212"/>
            <a:ext cx="35373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4108846" y="5129212"/>
            <a:ext cx="3748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7857529" y="5129212"/>
            <a:ext cx="37629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Comparación Directa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9473"/>
            <a:ext cx="5286375" cy="3371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19473"/>
            <a:ext cx="5286375" cy="33715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962025" y="2609998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Estático (Simple y Directo)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962025" y="3219598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 Usuario solicita página.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62025" y="3615779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 Servidor encuentra archivo HTML.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62025" y="4011959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 Servidor envía archivo al navegador.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724650" y="2609998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Dinámico (Procesado)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724650" y="3219598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 Usuario solicita página.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724650" y="3615779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 Servidor de aplicaciones ejecuta un script.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724650" y="4011959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 Script consulta la base de datos.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724650" y="4408140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 Se genera un HTML personalizado.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724650" y="4804320"/>
            <a:ext cx="45053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5. Servidor envía el HTML al navegador.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Flujo de Petición del Usuario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4125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524125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2524125"/>
            <a:ext cx="3429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1500" y="4857750"/>
            <a:ext cx="342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Generadores como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Hugo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 Jekyll.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4381500" y="4857750"/>
            <a:ext cx="342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Portafolios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diseñadores o desarrolladores.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191500" y="4857750"/>
            <a:ext cx="342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Sitios de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documentación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software.</a:t>
            </a:r>
            <a:endParaRPr/>
          </a:p>
        </p:txBody>
      </p:sp>
      <p:pic>
        <p:nvPicPr>
          <p:cNvPr id="218" name="Google Shape;21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533650"/>
            <a:ext cx="34099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91025" y="2533650"/>
            <a:ext cx="34099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01025" y="2533650"/>
            <a:ext cx="340995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Ejemplos de Sitios Estáticos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553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39553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395537"/>
            <a:ext cx="3429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571500" y="4729162"/>
            <a:ext cx="342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Facebook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(Tu "feed" es único para ti).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4381500" y="4729162"/>
            <a:ext cx="342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Amazon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(Recomendaciones personalizadas).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191500" y="4729162"/>
            <a:ext cx="3429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Sitios de Noticias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(Contenido actualizado al minuto).</a:t>
            </a:r>
            <a:endParaRPr/>
          </a:p>
        </p:txBody>
      </p:sp>
      <p:pic>
        <p:nvPicPr>
          <p:cNvPr id="233" name="Google Shape;23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405062"/>
            <a:ext cx="34099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91025" y="2405062"/>
            <a:ext cx="34099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01025" y="2405062"/>
            <a:ext cx="340995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Ejemplos de Sitios Dinámicos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2057400" y="2865239"/>
            <a:ext cx="8077200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No hay "mejor" o "peor". La elección depende de la </a:t>
            </a: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finalidad</a:t>
            </a:r>
            <a:r>
              <a:rPr lang="en-US" sz="360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del sitio.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3162300" y="4430910"/>
            <a:ext cx="5867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 sitio </a:t>
            </a: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estático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para </a:t>
            </a: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informar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(rápido y simple).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sitio </a:t>
            </a: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dinámico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para </a:t>
            </a: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interactuar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(personalizado y potente).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581150" y="3150989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0334625" y="4049910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Microsoft Office PowerPoint</Application>
  <PresentationFormat>Panorámica</PresentationFormat>
  <Paragraphs>86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Calibri</vt:lpstr>
      <vt:lpstr>Poppins</vt:lpstr>
      <vt:lpstr>Arial</vt:lpstr>
      <vt:lpstr>Lato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Carlos Maldonado</dc:creator>
  <cp:lastModifiedBy>Carlos Maldonado</cp:lastModifiedBy>
  <cp:revision>1</cp:revision>
  <dcterms:modified xsi:type="dcterms:W3CDTF">2025-11-15T20:30:23Z</dcterms:modified>
</cp:coreProperties>
</file>